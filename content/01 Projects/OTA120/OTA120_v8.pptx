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31520"/>
            <a:ext cx="45720" cy="3657600"/>
          </a:xfrm>
          <a:prstGeom prst="rect">
            <a:avLst/>
          </a:prstGeom>
          <a:solidFill>
            <a:srgbClr val="34C75A"/>
          </a:solidFill>
          <a:ln w="12700">
            <a:solidFill>
              <a:srgbClr val="34C7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005840"/>
            <a:ext cx="7772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OTA 120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822960" y="2834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8E8E9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建築的作業系統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4370832"/>
            <a:ext cx="7863840" cy="9144"/>
          </a:xfrm>
          <a:prstGeom prst="rect">
            <a:avLst/>
          </a:prstGeom>
          <a:solidFill>
            <a:srgbClr val="E5E5EA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63600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34C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寶舖建設 × WELLTEK × NVIDIA Omniverse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34C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CENTENNIAL PROMISE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120 年的承諾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640080" y="31272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8E8E9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不是保固書，是建築的數位履歷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852160" y="566928"/>
            <a:ext cx="2651760" cy="1234440"/>
          </a:xfrm>
          <a:prstGeom prst="rect">
            <a:avLst/>
          </a:prstGeom>
          <a:solidFill>
            <a:srgbClr val="F2F2F7"/>
          </a:solidFill>
          <a:ln w="19050">
            <a:solidFill>
              <a:srgbClr val="34C75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852160" y="65836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4C7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120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852160" y="14447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年份保障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52160" y="1920240"/>
            <a:ext cx="2651760" cy="1234440"/>
          </a:xfrm>
          <a:prstGeom prst="rect">
            <a:avLst/>
          </a:prstGeom>
          <a:solidFill>
            <a:srgbClr val="F2F2F7"/>
          </a:solidFill>
          <a:ln w="19050">
            <a:solidFill>
              <a:srgbClr val="34C75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852160" y="20116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4C7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5852160" y="27980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感測維度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852160" y="3273552"/>
            <a:ext cx="2651760" cy="1234440"/>
          </a:xfrm>
          <a:prstGeom prst="rect">
            <a:avLst/>
          </a:prstGeom>
          <a:solidFill>
            <a:srgbClr val="F2F2F7"/>
          </a:solidFill>
          <a:ln w="19050">
            <a:solidFill>
              <a:srgbClr val="34C75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852160" y="336499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4C7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∞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5852160" y="415137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OTA 更新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34C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建築開始聆聽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640080" y="22128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8E8E9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WELLTEK 12-in-1 AIoT → MQTT → Omniverse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212080" y="594360"/>
            <a:ext cx="3474720" cy="3657600"/>
          </a:xfrm>
          <a:prstGeom prst="rect">
            <a:avLst/>
          </a:prstGeom>
          <a:solidFill>
            <a:srgbClr val="F2F2F7"/>
          </a:solidFill>
          <a:ln w="19050">
            <a:solidFill>
              <a:srgbClr val="34C7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0" y="594360"/>
            <a:ext cx="3474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IMAGE 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46360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4C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· CO₂ · Temp · RH · Lux · CCT · EML · kWh · dBA · TDS · TVOC · HCHO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34C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五螢幕指揮中心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8E8E9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UE5 建築漫遊 · Omniverse 數位孿生 · iPad 即時控制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176272"/>
            <a:ext cx="502920" cy="1828800"/>
          </a:xfrm>
          <a:prstGeom prst="rect">
            <a:avLst/>
          </a:prstGeom>
          <a:solidFill>
            <a:srgbClr val="F2F2F7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76272"/>
            <a:ext cx="502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234440" y="2176272"/>
            <a:ext cx="2880360" cy="1828800"/>
          </a:xfrm>
          <a:prstGeom prst="rect">
            <a:avLst/>
          </a:prstGeom>
          <a:solidFill>
            <a:srgbClr val="F2F2F7"/>
          </a:solidFill>
          <a:ln w="25400">
            <a:solidFill>
              <a:srgbClr val="34C7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176272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UE5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建築漫遊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06240" y="2176272"/>
            <a:ext cx="2880360" cy="1828800"/>
          </a:xfrm>
          <a:prstGeom prst="rect">
            <a:avLst/>
          </a:prstGeom>
          <a:solidFill>
            <a:srgbClr val="F2F2F7"/>
          </a:solidFill>
          <a:ln w="25400">
            <a:solidFill>
              <a:srgbClr val="34C7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2176272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Omniverse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數位孿生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78040" y="2176272"/>
            <a:ext cx="502920" cy="1828800"/>
          </a:xfrm>
          <a:prstGeom prst="rect">
            <a:avLst/>
          </a:prstGeom>
          <a:solidFill>
            <a:srgbClr val="F2F2F7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78040" y="2176272"/>
            <a:ext cx="502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03320" y="4160520"/>
            <a:ext cx="1005840" cy="594360"/>
          </a:xfrm>
          <a:prstGeom prst="rect">
            <a:avLst/>
          </a:prstGeom>
          <a:solidFill>
            <a:srgbClr val="34C75A"/>
          </a:solidFill>
          <a:ln w="12700">
            <a:solidFill>
              <a:srgbClr val="34C7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416052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34C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空間記憶，永不消失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640080" y="3127248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8E8E9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BIM → IFC/USD → OpenUSD Stage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8E8E9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維修記錄附加於 Prim，不可篡改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212080" y="594360"/>
            <a:ext cx="3474720" cy="3657600"/>
          </a:xfrm>
          <a:prstGeom prst="rect">
            <a:avLst/>
          </a:prstGeom>
          <a:solidFill>
            <a:srgbClr val="F2F2F7"/>
          </a:solidFill>
          <a:ln w="19050">
            <a:solidFill>
              <a:srgbClr val="34C7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0" y="594360"/>
            <a:ext cx="3474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IMAGE 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46360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4C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Revit · Rhino · Omniverse · UE5  ·  單一座標系，全生命週期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34C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交屋後才開始學習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640080" y="22402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8E8E9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OTA 更新 · 異常偵測 · AI 訓練資料地基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97280" y="3749040"/>
            <a:ext cx="2011680" cy="822960"/>
          </a:xfrm>
          <a:prstGeom prst="rect">
            <a:avLst/>
          </a:prstGeom>
          <a:solidFill>
            <a:srgbClr val="F2F2F7"/>
          </a:solidFill>
          <a:ln w="19050">
            <a:solidFill>
              <a:srgbClr val="34C75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3749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感測資料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108960" y="374904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4C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566160" y="3749040"/>
            <a:ext cx="2011680" cy="822960"/>
          </a:xfrm>
          <a:prstGeom prst="rect">
            <a:avLst/>
          </a:prstGeom>
          <a:solidFill>
            <a:srgbClr val="F2F2F7"/>
          </a:solidFill>
          <a:ln w="19050">
            <a:solidFill>
              <a:srgbClr val="34C75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66160" y="3749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異常偵測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577840" y="374904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4C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035040" y="3749040"/>
            <a:ext cx="2011680" cy="822960"/>
          </a:xfrm>
          <a:prstGeom prst="rect">
            <a:avLst/>
          </a:prstGeom>
          <a:solidFill>
            <a:srgbClr val="F2F2F7"/>
          </a:solidFill>
          <a:ln w="19050">
            <a:solidFill>
              <a:srgbClr val="34C75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3749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 更新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34C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空間即介面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640080" y="3127248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8E8E9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iPad → bridge.js → UE5 + Omniverse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8E8E9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延遲 &lt; 80ms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212080" y="594360"/>
            <a:ext cx="3474720" cy="3657600"/>
          </a:xfrm>
          <a:prstGeom prst="rect">
            <a:avLst/>
          </a:prstGeom>
          <a:solidFill>
            <a:srgbClr val="F2F2F7"/>
          </a:solidFill>
          <a:ln w="19050">
            <a:solidFill>
              <a:srgbClr val="34C7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0" y="594360"/>
            <a:ext cx="3474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IMAGE 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46360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34C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377440" y="46360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34C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0" y="46360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34C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52160" y="46360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34C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34C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38912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四層整合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4C7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Sensing · Data · Twin · Experience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7863840" cy="676656"/>
          </a:xfrm>
          <a:prstGeom prst="rect">
            <a:avLst/>
          </a:prstGeom>
          <a:solidFill>
            <a:srgbClr val="1A3A28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011680"/>
            <a:ext cx="914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4C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感知層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37360" y="2011680"/>
            <a:ext cx="6675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WELLTEK IoT → MQTT:1883 → Node.js → SQLite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779776"/>
            <a:ext cx="7863840" cy="676656"/>
          </a:xfrm>
          <a:prstGeom prst="rect">
            <a:avLst/>
          </a:prstGeom>
          <a:solidFill>
            <a:srgbClr val="1C2E1A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779776"/>
            <a:ext cx="914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4C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資料層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37360" y="2779776"/>
            <a:ext cx="6675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REST:3000 · WS:3001 · React Dashboard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547872"/>
            <a:ext cx="7863840" cy="676656"/>
          </a:xfrm>
          <a:prstGeom prst="rect">
            <a:avLst/>
          </a:prstGeom>
          <a:solidFill>
            <a:srgbClr val="1E3418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547872"/>
            <a:ext cx="914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4C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孿生層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737360" y="3547872"/>
            <a:ext cx="6675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Omniverse Kit：mqtt.bridge · osc.controller · exhibition.board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315968"/>
            <a:ext cx="7863840" cy="676656"/>
          </a:xfrm>
          <a:prstGeom prst="rect">
            <a:avLst/>
          </a:prstGeom>
          <a:solidFill>
            <a:srgbClr val="203C16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4315968"/>
            <a:ext cx="914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4C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體驗層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737360" y="4315968"/>
            <a:ext cx="6675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UE5 Lumen · OSC/UDP:8000 · iPad WS:9000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34C7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建築 5.0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640080" y="32461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8E8E9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Let's build the first one together.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4370832"/>
            <a:ext cx="7863840" cy="9144"/>
          </a:xfrm>
          <a:prstGeom prst="rect">
            <a:avLst/>
          </a:prstGeom>
          <a:solidFill>
            <a:srgbClr val="E5E5EA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63600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寶舖建設 × WELLTEK × NVIDIA Omniverse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OTA120 — 建築的作業系統</dc:title>
  <dc:subject>PptxGenJS Presentation</dc:subject>
  <dc:creator>PptxGenJS</dc:creator>
  <cp:lastModifiedBy>PptxGenJS</cp:lastModifiedBy>
  <cp:revision>1</cp:revision>
  <dcterms:created xsi:type="dcterms:W3CDTF">2026-04-11T21:09:52Z</dcterms:created>
  <dcterms:modified xsi:type="dcterms:W3CDTF">2026-04-11T21:09:52Z</dcterms:modified>
</cp:coreProperties>
</file>