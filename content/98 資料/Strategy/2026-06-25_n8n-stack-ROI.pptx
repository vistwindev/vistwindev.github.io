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1280160"/>
            <a:ext cx="3291840" cy="3291840"/>
          </a:xfrm>
          <a:prstGeom prst="ellipse">
            <a:avLst/>
          </a:prstGeom>
          <a:solidFill>
            <a:srgbClr val="1E3550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3291840"/>
            <a:ext cx="2377440" cy="2377440"/>
          </a:xfrm>
          <a:prstGeom prst="ellipse">
            <a:avLst/>
          </a:prstGeom>
          <a:solidFill>
            <a:srgbClr val="1324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內部策略簡報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/ 自動化堆疊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策略與 ROI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不是資產,是手段。資產是會省錢/賺錢的流程,與可轉移的編排與 agent 能力。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2026-06-25</a:t>
            </a:r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Owner  Francis    優先級  P2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★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TL;DR — 一頁看懂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069080" cy="1572768"/>
          </a:xfrm>
          <a:prstGeom prst="roundRect">
            <a:avLst>
              <a:gd name="adj" fmla="val 465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1554480"/>
            <a:ext cx="3557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沒有比 n8n 更完整的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13232" y="1993392"/>
            <a:ext cx="3557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在「廣整合 + 自架 + 不綁模型的編排」這條車道,目前沒有任何巨頭工具比 n8n 更完整。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74920" y="1371600"/>
            <a:ext cx="4069080" cy="1572768"/>
          </a:xfrm>
          <a:prstGeom prst="roundRect">
            <a:avLst>
              <a:gd name="adj" fmla="val 465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30952" y="1554480"/>
            <a:ext cx="3557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互補,不是二選一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330952" y="1993392"/>
            <a:ext cx="3557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巨頭強在模型 / agent 智慧;n8n 強在整合廣度、自架、中立。兩者常是互補。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36976"/>
            <a:ext cx="4069080" cy="1572768"/>
          </a:xfrm>
          <a:prstGeom prst="roundRect">
            <a:avLst>
              <a:gd name="adj" fmla="val 465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3232" y="3419856"/>
            <a:ext cx="3557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最佳解已成形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3232" y="3858768"/>
            <a:ext cx="3557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當薄殼編排 + 接最強 agent(Claude)當大腦。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3236976"/>
            <a:ext cx="4069080" cy="1572768"/>
          </a:xfrm>
          <a:prstGeom prst="roundRect">
            <a:avLst>
              <a:gd name="adj" fmla="val 465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30952" y="3419856"/>
            <a:ext cx="3557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8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真正的風險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330952" y="3858768"/>
            <a:ext cx="3557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不是「n8n 被 AI 殺死」,而是把時間投在完善工具,而非接上能算出錢的流程。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巨頭生態下,n8n 還能用嗎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會,但角色位移。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7293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過去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自動化的大腦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69080" y="18745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120640" y="18745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E3550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0" y="19933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現在 → 未來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0" y="22860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agent 外層的安全韁繩 + 整合織布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模型越強,瓶頸越不是「AI 會不會做」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,而是能不能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控制、攔截、排程、觀察、安全整合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。這正是 n8n 的車道 — 需求變大不變小。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為什麼這利基不會被巨頭收割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15179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巨頭的商業誘因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B8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獲利 = 鎖定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245059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綁你的雲、模型、生態。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34840" y="1325880"/>
            <a:ext cx="548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⟷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29200" y="132588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E3550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85232" y="1517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的本質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5232" y="19385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自架 + 中立 + 完整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285232" y="24505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降低鎖定 — 與巨頭誘因直接衝突。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0156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結論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這個衝突保護了 n8n 的利基 → 你的投入不會被巨頭蒸發。他們頂多給「免費夠用的雲端版」再讓你離不開。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投入會不會打水漂?(80 / 20)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1508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~80%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可轉移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3232" y="251460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流程設計、編排模式(控圈 / 人工關卡 / 去重 / 排程)、agent 技能、橋接器架構、API / MCP 概念。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若消失 → 原封不動搬走(Windmill / Temporal / cron)。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788920"/>
          </a:xfrm>
          <a:prstGeom prst="roundRect">
            <a:avLst>
              <a:gd name="adj" fmla="val 2623"/>
            </a:avLst>
          </a:prstGeom>
          <a:solidFill>
            <a:srgbClr val="1E3550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80760" y="1508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5B8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~20%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08076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專屬 / 丟棄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274320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專屬節點怎麼拉、怪癖。丟掉,但幾天重學。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刻意把 n8n 做薄,鎖定風險低。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真正該問的:ROI / 商業命題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是成本中心,除非掛上三者之一: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25328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省下可量化工時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8620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內部營運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19856" y="178308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48456" y="201168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364845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48456" y="25328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能賣的能力 / 服務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48456" y="28620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客戶交付 / VISION BASE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82512" y="178308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11112" y="201168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Text 17"/>
          <p:cNvSpPr/>
          <p:nvPr/>
        </p:nvSpPr>
        <p:spPr>
          <a:xfrm>
            <a:off x="661111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11112" y="25328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變成產品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611112" y="28620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可規模化資產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564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45643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ROI = 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(每週省下小時 × 時薪)− (建置 + 維護)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個人知識系統的帳很容易是負的 — 除非真的拔掉每週重複的苦工。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方向 / 建議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17293F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17904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325880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先定商業命題  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省時間 / 接案能力 / 產品 — 沒想清前別加碼。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185416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17293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" y="237744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18541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基礎建設封頂  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已經夠好,停止打磨(開機自啟、app 圖示…商業回報 ≈ 0)。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044952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172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3236976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04495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挑一個流程跑 2–4 週  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量「省幾小時」。例:發布資安稽核 — 一跑就抓到機密外洩,有真實價值。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3904488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17293F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4096512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904488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別深練 n8n 本身  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可賣資產是流程 + agent 技能 + 設計 / 建築 domain know-how。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VISION BASE  ·  n8n 策略與 ROI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C2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88720" y="3840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vs 遠端(資料現實)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 — 留本地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190195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/ 紀錄存本地(~/.claude/projects,權限 600),可本地看、無遠端後台。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1E3550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19472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8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內容 — 會傳輸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19472" y="1901952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推論在 Anthropic 雲:agent 讀的筆記內容為了推論會送出機器(走 Max 訂閱)。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12303A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「vault 不出門」指檔案儲存 / 同步;內容仍會傳輸。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36118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 100% 不出機器 →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LLM(Ollama 等)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,代價是能力差一截;可考慮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混合分流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(敏感區本地、其餘 Claude)。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829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3108960"/>
            <a:ext cx="3108960" cy="3108960"/>
          </a:xfrm>
          <a:prstGeom prst="ellipse">
            <a:avLst/>
          </a:prstGeom>
          <a:solidFill>
            <a:srgbClr val="13243A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1097280"/>
            <a:ext cx="2926080" cy="2926080"/>
          </a:xfrm>
          <a:prstGeom prst="ellipse">
            <a:avLst/>
          </a:prstGeom>
          <a:solidFill>
            <a:srgbClr val="1E355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DD4B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n8n 不是資產,是手段。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5EEAD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資產是「會省錢 / 賺錢的流程」+「可轉移的編排與 agent 能力」。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把時間從「完善工具」轉到「指向一個能算出錢的流程」。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7863840" cy="960120"/>
          </a:xfrm>
          <a:prstGeom prst="roundRect">
            <a:avLst>
              <a:gd name="adj" fmla="val 7619"/>
            </a:avLst>
          </a:prstGeom>
          <a:solidFill>
            <a:srgbClr val="17293F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8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📌 TODO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決定商業命題(省時間 / 接案 / 產品)後,回填第 4 節 ROI。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挑一個流程跑 2–4 週,量化省下的工時。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n8n / 自動化堆疊 — 策略與 ROI</dc:title>
  <dc:subject>PptxGenJS Presentation</dc:subject>
  <dc:creator>Francis / VISION BASE</dc:creator>
  <cp:lastModifiedBy>Francis / VISION BASE</cp:lastModifiedBy>
  <cp:revision>1</cp:revision>
  <dcterms:created xsi:type="dcterms:W3CDTF">2026-06-24T19:59:55Z</dcterms:created>
  <dcterms:modified xsi:type="dcterms:W3CDTF">2026-06-24T19:59:55Z</dcterms:modified>
</cp:coreProperties>
</file>